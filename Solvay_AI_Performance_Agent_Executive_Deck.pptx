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3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82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 :  (Abstract Syntax Tree) Inspector 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code analysis engine that understands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syntax and logic of source code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(like a compiler does) rather than just treating it as raw plain text. 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our AI Performance Agent,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Drupal 11 AST Inspector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(implemented in lib/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drupalCodeInspector.js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the module that connects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Blackfire APM runtime metrics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Solvay's actual PHP source files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SOLVAY PLATFORM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Solvay AI Performance Agent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APM &amp; Traffic-Aware Code Optimization for Upsun Drupal Multisite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Google Gemini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Multi-Modal Code Synthesis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Zero-latency JSON diffs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Blackfire.io APM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40233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Trace Profiling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SQL, CPU, &amp; Solr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3474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Upsun PaaS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40233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 Log Telemetry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200k+ daily access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32004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0" y="3474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💧 Drupal 11 Multisite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40233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Code Fixes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cache &amp; query tuning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Architecture &amp; Strategy Briefing | 100% Risk-Free Advisory 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STRATEGIC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Passive Monitoring into Autonomous Remediation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645920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TRADITIONAL PASSIVE MONITORING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Uncorrelated Alert Storms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thousands of raw metric spikes without explaining underlying root causes.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Hours of Manual Triage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engineers manually dissecting complex call graphs and SQL traces.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Reactive to Traffic Surges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Bottlenecks identified only after customers abandon high-traffic marketing campaigns.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1645920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SOLVAY AUTONOMOUS AI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Traffic-Weighted Impact Scoring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fixes using mathematical Impact = (Traffic Volume × Latency Delta).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Google Gemini AI Reasoning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Correlates APM call traces directly with solvay_core PHP modules in sub-2 seconds.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Ready-to-Merge Code Diffs
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exact Drupal #cache tags and bulk-loading patches to Slack/Teams.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Autonomous Intelligence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Telemetry Ingestion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240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Upsun Router Access Logs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200k+ daily requests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Cache HIT/MISS ratios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Blackfire APM Wall/CPU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 &amp; Solr 9.9 traces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14600" cy="4663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Traffic Correlation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240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Computes Impact Score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Traffic surge detector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p95 / p99 SLO analysis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 query budget filter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low-impact noise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14600" cy="4663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3: Gemini AI 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240280"/>
            <a:ext cx="2240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Gemini 1.5/3.6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Drupal 11 AST Inspector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Scans solvay_core code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N+1 loop diagnostics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Zero-latency patch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463040"/>
            <a:ext cx="2514600" cy="4663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0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4: Action &amp; 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2240280"/>
            <a:ext cx="2240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Markdown Reports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Slack &amp; Teams Webhooks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Copy-paste PHP diffs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 Review gate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Regression validation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E6012-53EB-BE88-AB5F-5CD80E8F34A0}"/>
              </a:ext>
            </a:extLst>
          </p:cNvPr>
          <p:cNvSpPr txBox="1"/>
          <p:nvPr/>
        </p:nvSpPr>
        <p:spPr>
          <a:xfrm>
            <a:off x="733168" y="6367849"/>
            <a:ext cx="72074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>
                <a:solidFill>
                  <a:srgbClr val="FF0000"/>
                </a:solidFill>
              </a:rPr>
              <a:t>p95 latency (95th percentile latency) : means that 95% of all user requests were completed faster than this time, and only the slowest 5% took longer.</a:t>
            </a: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Reasoning Pipeline &amp; Deterministic Safety 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4-Layer Context Assembly (Upsun Logs + Blackfire APM + Drupal 11 AST)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Traffic Context (24h views, p95, surges)   |   • APM Traces (SQL counts, Solr 9.9 latency)   |   • Call Graph (Callee/Caller nodes)   |   • PHP Source Lines (docroot/profiles/custom/)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Google Gemini Reasoning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Sub-2s Response: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Configured with zero-latency thinking budget for instant JSON patch output.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Dynamic Model Waterfall: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Auto-tries active candidate models (gemini-3.6-flash, gemini-3.7-flash, gemini-pro).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Strict 12s Timeout: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Guarantees the agent never hangs or stalls cron / CI pipelines.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Deterministic Heuristic Safety 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100% Offline &amp; Rate-Limit Immune: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Activates automatically if Google API quota (429) is exceeded or network is offline.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📏 Rule-Based AST Pattern Matching: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Diagnoses N+1 entity loops, un-cached View executions, and Solr field bloat.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Zero Downtime Assurance: </a:t>
            </a: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performance digest is ALWAYS generated on schedule.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TRAFFIC-DRIVEN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Traffic-Weighted p95 Impact Matrix: Zero-Noise Prioritization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Score Formula: </a:t>
            </a: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(Traffic Volume / 1000) × [ max(0, p95 - 800ms) + 5 × (SQL Count - 75) ]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pages where high user traffic meets severe backend latency.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468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 QUADRANT I: CRITICAL (High Traffic + Slow p95)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Example: /en/products (48.2k visits, 1,180ms p95)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Impact Score: 27,715 | Action: Urgent automated Gemini code patch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⏸️ QUADRANT II: LOW IMPACT (Low Traffic + Slow p95)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Example: /admin/reports/export (10 visits, 2,500ms p95)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Impact Score: 17.0 | Action: Deprioritized; saves engineer sprint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3891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4526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QUADRANT III: OPTIMIZED (High Traffic + Fast p95)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4846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Example: / (Homepage cache hits, 36.4k visits, 240ms p95)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Status: Healthy (88% Cache Hit); continuous Blackfire verification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526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⚪ QUADRANT IV: STABLE (Low Traffic + Fast p95)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Example: /en/terms-and-conditions (200 visits, 180ms p95)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Status: Meets all baseline latency and memory thresholds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REMEDIATIONS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Solvay Multisite Telemetry &amp; Generated Drupal 11 Patch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Multisite Fleet Health (Last 24h)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4572000" cy="2011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Traffic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p95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solvay_solvay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142.8k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1120ms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64.2%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 Warning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solvay_brand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38.9k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1250ms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 Critical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bicarbonato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19.4k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620ms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88.5%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Healthy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peroxidos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14.3k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680ms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Healthy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Key Diagnostic: 48,200 requests on /en/products triggered 114 SQL queries per hit due to loop entity loading.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Gemini AI Generated Code Patch (ProductManager.php)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Bulk load taxonomy terms + Attach render cache tags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$storage = \Drupal::entityTypeManager()-&gt;getStorage('node');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$nids = \Drupal::entityQuery('node')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-&gt;condition('field_category', $category_ids, 'IN')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-&gt;accessCheck(TRUE)-&gt;execute();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$nodes = $storage-&gt;loadMultiple($nids);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$build = $view_builder-&gt;viewMultiple($nodes, 'teaser');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$build['#cache']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'keys' =&gt; ['product_listing', implode('_', $category_ids)],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'tags' =&gt; ['taxonomy_term_list:product_categories'],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'max-age' =&gt; 86400,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];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Strategic Outcomes for Solvay Digital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45720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40%+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p95 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Web Vitals Boost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Accelerates Largest Contentful Paint (LCP) &amp; TTFB, boosting organic SEO search ranking and customer conversion globally.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14600" cy="45720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35%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Reduced Server 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Upsun Cost Efficiency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container CPU &amp; memory consumption on Upsun, preventing peak-hour MariaDB query queueing and Solr saturation.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14600" cy="45720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8 hrs/wk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Developer Triage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Velocity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32918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Engineers receive copy-paste ready PHP diffs and root causes instead of manually digging through APM flamegraphs.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0" y="1463040"/>
            <a:ext cx="2514600" cy="45720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61120" y="1737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6112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Zero-Risk 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0" y="32918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advisory model: Code changes are reviewed and merged by Solvay engineers via standard Git PR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ROADMAP &amp; ACTIONS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Phased Rollout &amp; Immediate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(Days 1–2)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Blackfire APM Activation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 blackfire extension in .upsun/config.yaml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Configure Upsun Blackfire credentials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.blackfire.yml build assertions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(Days 3–4)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Deployment &amp; Alerts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92608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Schedule Node.js Agent in Upsun Cron (0 6 * * *)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Connect Slack / Teams Webhooks for daily digest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 daily Markdown reports in reports/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(Ongoing)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Governance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43434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Engineers apply daily suggested PR diffs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week-over-week p95 latency drops across all 5+ sites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Maintain 99%+ cache hit ratio on key landing pages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 Approve Blackfire extension in .upsun/config.yaml &amp; Connect Slack/Teams Webhook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1336</Words>
  <Application>Microsoft Macintosh PowerPoint</Application>
  <PresentationFormat>Widescreen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Solvay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Solvay AI Performance Agent - Executive Deck</dc:title>
  <dc:subject>Autonomous APM &amp; Traffic-Aware Drupal Multisite Optimization</dc:subject>
  <dc:creator>Solvay Platform Engineering</dc:creator>
  <cp:lastModifiedBy>Kabade, Prashant (Cognizant)</cp:lastModifiedBy>
  <cp:revision>3</cp:revision>
  <dcterms:created xsi:type="dcterms:W3CDTF">2026-09-16T14:39:15Z</dcterms:created>
  <dcterms:modified xsi:type="dcterms:W3CDTF">2026-09-17T04:29:04Z</dcterms:modified>
</cp:coreProperties>
</file>